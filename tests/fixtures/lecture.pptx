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role of chlorophyll and connect light absorption to sugar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role of chlorophyll and connect light absorption to sugar production.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7315200" cy="548640"/>
          </a:xfrm>
          <a:prstGeom prst="rect">
            <a:avLst/>
          </a:prstGeom>
          <a:noFill/>
        </p:spPr>
        <p:txBody>
          <a:bodyPr wrap="none">
            <a:spAutoFit/>
          </a:bodyPr>
          <a:lstStyle/>
          <a:p>
            <a:r>
              <a:t>Photosynthesis stage 1</a:t>
            </a:r>
          </a:p>
        </p:txBody>
      </p:sp>
      <p:sp>
        <p:nvSpPr>
          <p:cNvPr id="3" name="TextBox 2"/>
          <p:cNvSpPr txBox="1"/>
          <p:nvPr/>
        </p:nvSpPr>
        <p:spPr>
          <a:xfrm>
            <a:off x="457200" y="914400"/>
            <a:ext cx="7315200" cy="2743200"/>
          </a:xfrm>
          <a:prstGeom prst="rect">
            <a:avLst/>
          </a:prstGeom>
          <a:noFill/>
        </p:spPr>
        <p:txBody>
          <a:bodyPr wrap="none">
            <a:spAutoFit/>
          </a:bodyPr>
          <a:lstStyle/>
          <a:p>
            <a:r>
              <a:t>Photosynthesis converts light energy into chemical energy in plant cells. Chlorophyll absorbs sunlight inside chloroplasts. Water and carbon dioxide are used to produce sugars and release oxygen. These reactions sustain plant growth and support food webs across terrestrial ecosystems.</a:t>
            </a:r>
          </a:p>
        </p:txBody>
      </p:sp>
      <p:graphicFrame>
        <p:nvGraphicFramePr>
          <p:cNvPr id="4" name="Table 3"/>
          <p:cNvGraphicFramePr>
            <a:graphicFrameLocks noGrp="1"/>
          </p:cNvGraphicFramePr>
          <p:nvPr/>
        </p:nvGraphicFramePr>
        <p:xfrm>
          <a:off x="914400" y="3657600"/>
          <a:ext cx="5486400" cy="914400"/>
        </p:xfrm>
        <a:graphic>
          <a:graphicData uri="http://schemas.openxmlformats.org/drawingml/2006/table">
            <a:tbl>
              <a:tblPr firstRow="1" bandRow="1">
                <a:tableStyleId>{5C22544A-7EE6-4342-B048-85BDC9FD1C3A}</a:tableStyleId>
              </a:tblPr>
              <a:tblGrid>
                <a:gridCol w="2743200"/>
                <a:gridCol w="2743200"/>
              </a:tblGrid>
              <a:tr h="304800">
                <a:tc>
                  <a:txBody>
                    <a:bodyPr/>
                    <a:lstStyle/>
                    <a:p>
                      <a:r>
                        <a:t>Chloroplast</a:t>
                      </a:r>
                    </a:p>
                  </a:txBody>
                  <a:tcPr/>
                </a:tc>
                <a:tc>
                  <a:txBody>
                    <a:bodyPr/>
                    <a:lstStyle/>
                    <a:p>
                      <a:r>
                        <a:t>Energy conversion</a:t>
                      </a:r>
                    </a:p>
                  </a:txBody>
                  <a:tcPr/>
                </a:tc>
              </a:tr>
              <a:tr h="304800">
                <a:tc>
                  <a:txBody>
                    <a:bodyPr/>
                    <a:lstStyle/>
                    <a:p>
                      <a:r>
                        <a:t>Chloroplast</a:t>
                      </a:r>
                    </a:p>
                  </a:txBody>
                  <a:tcPr/>
                </a:tc>
                <a:tc>
                  <a:txBody>
                    <a:bodyPr/>
                    <a:lstStyle/>
                    <a:p>
                      <a:r>
                        <a:t>Energy conversion</a:t>
                      </a:r>
                    </a:p>
                  </a:txBody>
                  <a:tcPr/>
                </a:tc>
              </a:tr>
              <a:tr h="304800">
                <a:tc>
                  <a:txBody>
                    <a:bodyPr/>
                    <a:lstStyle/>
                    <a:p>
                      <a:r>
                        <a:t>Chloroplast</a:t>
                      </a:r>
                    </a:p>
                  </a:txBody>
                  <a:tcPr/>
                </a:tc>
                <a:tc>
                  <a:txBody>
                    <a:bodyPr/>
                    <a:lstStyle/>
                    <a:p>
                      <a:r>
                        <a:t>Energy conversion</a:t>
                      </a:r>
                    </a:p>
                  </a:txBody>
                  <a:tcPr/>
                </a:tc>
              </a:tr>
            </a:tbl>
          </a:graphicData>
        </a:graphic>
      </p:graphicFrame>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7315200" cy="548640"/>
          </a:xfrm>
          <a:prstGeom prst="rect">
            <a:avLst/>
          </a:prstGeom>
          <a:noFill/>
        </p:spPr>
        <p:txBody>
          <a:bodyPr wrap="none">
            <a:spAutoFit/>
          </a:bodyPr>
          <a:lstStyle/>
          <a:p>
            <a:r>
              <a:t>Photosynthesis stage 2</a:t>
            </a:r>
          </a:p>
        </p:txBody>
      </p:sp>
      <p:sp>
        <p:nvSpPr>
          <p:cNvPr id="3" name="TextBox 2"/>
          <p:cNvSpPr txBox="1"/>
          <p:nvPr/>
        </p:nvSpPr>
        <p:spPr>
          <a:xfrm>
            <a:off x="457200" y="914400"/>
            <a:ext cx="7315200" cy="2743200"/>
          </a:xfrm>
          <a:prstGeom prst="rect">
            <a:avLst/>
          </a:prstGeom>
          <a:noFill/>
        </p:spPr>
        <p:txBody>
          <a:bodyPr wrap="none">
            <a:spAutoFit/>
          </a:bodyPr>
          <a:lstStyle/>
          <a:p>
            <a:r>
              <a:t>Photosynthesis converts light energy into chemical energy in plant cells. Chlorophyll absorbs sunlight inside chloroplasts. Water and carbon dioxide are used to produce sugars and release oxygen. These reactions sustain plant growth and support food webs across terrestrial ecosystems.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7315200" cy="548640"/>
          </a:xfrm>
          <a:prstGeom prst="rect">
            <a:avLst/>
          </a:prstGeom>
          <a:noFill/>
        </p:spPr>
        <p:txBody>
          <a:bodyPr wrap="none">
            <a:spAutoFit/>
          </a:bodyPr>
          <a:lstStyle/>
          <a:p>
            <a:r>
              <a:t>Photosynthesis stage 3</a:t>
            </a:r>
          </a:p>
        </p:txBody>
      </p:sp>
      <p:sp>
        <p:nvSpPr>
          <p:cNvPr id="3" name="TextBox 2"/>
          <p:cNvSpPr txBox="1"/>
          <p:nvPr/>
        </p:nvSpPr>
        <p:spPr>
          <a:xfrm>
            <a:off x="4572000" y="914400"/>
            <a:ext cx="3657600" cy="2743200"/>
          </a:xfrm>
          <a:prstGeom prst="rect">
            <a:avLst/>
          </a:prstGeom>
          <a:noFill/>
        </p:spPr>
        <p:txBody>
          <a:bodyPr wrap="none">
            <a:spAutoFit/>
          </a:bodyPr>
          <a:lstStyle/>
          <a:p>
            <a:r>
              <a:t>Right column. Photosynthesis converts light energy into chemical energy in plant cells. Chlorophyll absorbs sunlight inside chloroplasts. Water and carbon dioxide are used to produce sugars and release oxygen. These reactions sustain plant growth and support food webs across terrestrial ecosystems.</a:t>
            </a:r>
          </a:p>
        </p:txBody>
      </p:sp>
      <p:sp>
        <p:nvSpPr>
          <p:cNvPr id="4" name="TextBox 3"/>
          <p:cNvSpPr txBox="1"/>
          <p:nvPr/>
        </p:nvSpPr>
        <p:spPr>
          <a:xfrm>
            <a:off x="457200" y="914400"/>
            <a:ext cx="3657600" cy="2743200"/>
          </a:xfrm>
          <a:prstGeom prst="rect">
            <a:avLst/>
          </a:prstGeom>
          <a:noFill/>
        </p:spPr>
        <p:txBody>
          <a:bodyPr wrap="none">
            <a:spAutoFit/>
          </a:bodyPr>
          <a:lstStyle/>
          <a:p>
            <a:r>
              <a:t>Left column. Photosynthesis converts light energy into chemical energy in plant cells. Chlorophyll absorbs sunlight inside chloroplasts. Water and carbon dioxide are used to produce sugars and release oxygen. These reactions sustain plant growth and support food webs across terrestrial ecosystems.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7315200" cy="548640"/>
          </a:xfrm>
          <a:prstGeom prst="rect">
            <a:avLst/>
          </a:prstGeom>
          <a:noFill/>
        </p:spPr>
        <p:txBody>
          <a:bodyPr wrap="none">
            <a:spAutoFit/>
          </a:bodyPr>
          <a:lstStyle/>
          <a:p>
            <a:r>
              <a:t>Photosynthesis stage 4</a:t>
            </a:r>
          </a:p>
        </p:txBody>
      </p:sp>
      <p:sp>
        <p:nvSpPr>
          <p:cNvPr id="3" name="TextBox 2"/>
          <p:cNvSpPr txBox="1"/>
          <p:nvPr/>
        </p:nvSpPr>
        <p:spPr>
          <a:xfrm>
            <a:off x="457200" y="914400"/>
            <a:ext cx="7315200" cy="2743200"/>
          </a:xfrm>
          <a:prstGeom prst="rect">
            <a:avLst/>
          </a:prstGeom>
          <a:noFill/>
        </p:spPr>
        <p:txBody>
          <a:bodyPr wrap="none">
            <a:spAutoFit/>
          </a:bodyPr>
          <a:lstStyle/>
          <a:p>
            <a:r>
              <a:t>Photosynthesis converts light energy into chemical energy in plant cells. Chlorophyll absorbs sunlight inside chloroplasts. Water and carbon dioxide are used to produce sugars and release oxygen. These reactions sustain plant growth and support food webs across terrestrial ecosystems.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914400"/>
            <a:ext cx="2743200" cy="18288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 Biology</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