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 to live, or TTL, controls how long a DNS answer may remain cached. A changed website address may appear stale until the old cached record's TTL expires. Lowering TTL before a planned migration reduces the duration of stale cached answers.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TCP reliability</a:t>
            </a:r>
          </a:p>
        </p:txBody>
      </p:sp>
      <p:sp>
        <p:nvSpPr>
          <p:cNvPr id="3" name="Content Placeholder 2"/>
          <p:cNvSpPr>
            <a:spLocks noGrp="1"/>
          </p:cNvSpPr>
          <p:nvPr>
            <p:ph idx="1"/>
          </p:nvPr>
        </p:nvSpPr>
        <p:spPr/>
        <p:txBody>
          <a:bodyPr/>
          <a:lstStyle/>
          <a:p>
            <a:r>
              <a:t>TCP provides reliable, ordered delivery of a byte stream. Sequence numbers identify the position of data in the stream. Acknowledgments tell the sender which data arrived, and missing acknowledgments trigger retransmission. The receiver reorders segments before delivering bytes to the application. TCP also controls flow so a fast sender does not overwhelm a slow receiver.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DNS lookup</a:t>
            </a:r>
          </a:p>
        </p:txBody>
      </p:sp>
      <p:sp>
        <p:nvSpPr>
          <p:cNvPr id="3" name="Content Placeholder 2"/>
          <p:cNvSpPr>
            <a:spLocks noGrp="1"/>
          </p:cNvSpPr>
          <p:nvPr>
            <p:ph idx="1"/>
          </p:nvPr>
        </p:nvSpPr>
        <p:spPr/>
        <p:txBody>
          <a:bodyPr/>
          <a:lstStyle/>
          <a:p>
            <a:r>
              <a:t>DNS translates a domain name into an IP address. A resolver checks its cache before asking other DNS servers. If a cached record is still valid, it can answer without a new remote lookup. Otherwise, recursive resolution follows the DNS hierarchy until an authoritative server supplies the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HTTPS encryption</a:t>
            </a:r>
          </a:p>
        </p:txBody>
      </p:sp>
      <p:sp>
        <p:nvSpPr>
          <p:cNvPr id="3" name="Content Placeholder 2"/>
          <p:cNvSpPr>
            <a:spLocks noGrp="1"/>
          </p:cNvSpPr>
          <p:nvPr>
            <p:ph idx="1"/>
          </p:nvPr>
        </p:nvSpPr>
        <p:spPr/>
        <p:txBody>
          <a:bodyPr/>
          <a:lstStyle/>
          <a:p>
            <a:r>
              <a:t>HTTPS carries HTTP over Transport Layer Security, abbreviated TLS. The TLS handshake authenticates the server using its certificate and establishes shared session keys. Encryption protects application data from passive eavesdroppers while integrity checks reveal tampering in transit. HTTPS does not guarantee that the website's claims or business practices are trustworthy.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UDP tradeoffs</a:t>
            </a:r>
          </a:p>
        </p:txBody>
      </p:sp>
      <p:sp>
        <p:nvSpPr>
          <p:cNvPr id="3" name="Content Placeholder 2"/>
          <p:cNvSpPr>
            <a:spLocks noGrp="1"/>
          </p:cNvSpPr>
          <p:nvPr>
            <p:ph idx="1"/>
          </p:nvPr>
        </p:nvSpPr>
        <p:spPr/>
        <p:txBody>
          <a:bodyPr/>
          <a:lstStyle/>
          <a:p>
            <a:r>
              <a:t>UDP sends independent datagrams without TCP's reliable ordered stream. It does not automatically retransmit lost packets or reorder arriving packets for the application. This reduces protocol overhead and can suit time-sensitive voice or video. Applications that need reliability over UDP must supply that behavior themselves. Lower latency is a tradeoff, not a promise that packets cannot be lost.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